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3CC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4" autoAdjust="0"/>
  </p:normalViewPr>
  <p:slideViewPr>
    <p:cSldViewPr>
      <p:cViewPr varScale="1">
        <p:scale>
          <a:sx n="83" d="100"/>
          <a:sy n="83" d="100"/>
        </p:scale>
        <p:origin x="11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155454-FBDD-42F0-8B17-ECE38428A188}" type="datetimeFigureOut">
              <a:rPr lang="en-US"/>
              <a:pPr>
                <a:defRPr/>
              </a:pPr>
              <a:t>10/28/2016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AD0E346-80F3-47BF-8E7F-4C30DA1C1A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0876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90C17D5-A7AD-41FA-8D8F-A3DBC1980416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39906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7CB929-C96B-43CE-84C6-44E47E6EC782}" type="slidenum">
              <a:rPr lang="en-US" altLang="en-US" sz="1200"/>
              <a:pPr/>
              <a:t>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04967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D7DD5C-D35A-48A9-B679-602ABA9A4B83}" type="slidenum">
              <a:rPr lang="en-US" altLang="en-US" sz="1200"/>
              <a:pPr/>
              <a:t>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64740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96F69B-E356-4029-B889-6CF72510DC56}" type="slidenum">
              <a:rPr lang="en-US" altLang="en-US" sz="1200"/>
              <a:pPr/>
              <a:t>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99685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A79ED5-A20C-499B-8AFF-0500415C5FE7}" type="slidenum">
              <a:rPr lang="en-US" altLang="en-US" sz="1200"/>
              <a:pPr/>
              <a:t>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108427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752B54-B928-4700-9DE4-F40B882A9EB7}" type="slidenum">
              <a:rPr lang="en-US" altLang="en-US" sz="1200"/>
              <a:pPr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332362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0F8CD6C-433B-4307-92DA-AD0D7FE89A03}" type="slidenum">
              <a:rPr lang="en-US" altLang="en-US" sz="1200"/>
              <a:pPr/>
              <a:t>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6841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D5EF64-8FC0-4543-B851-FD9420D215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68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75E951-44EF-4158-A187-5F48CF0297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84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A36FDF-20C7-4358-A053-B7160E8D84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4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257139-2E22-43C7-A0A4-57523D62EE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42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F57EA1-3256-44E6-80EB-9C805B5FDC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114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9EE502-56C1-4261-A1F3-76D0E12543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68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65461B-157A-4AFC-BA5D-128252000A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088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2D598-22CF-4466-855E-3CC5E3C85B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65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B59E23-F382-45F7-9A4B-47D5F2E255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67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CF57D2-9638-47BC-9314-B1134ABBC5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180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62312C-9899-4377-90AB-5661561D7D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07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shade val="30000"/>
                <a:satMod val="115000"/>
              </a:schemeClr>
            </a:gs>
            <a:gs pos="50000">
              <a:schemeClr val="accent1">
                <a:shade val="67500"/>
                <a:satMod val="115000"/>
              </a:schemeClr>
            </a:gs>
            <a:gs pos="100000">
              <a:schemeClr val="accent1">
                <a:shade val="100000"/>
                <a:satMod val="11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fld id="{01714382-6CA3-4D47-8050-552787BB2293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13" descr="Logo UMY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0"/>
            <a:ext cx="1143000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381000" y="1752600"/>
            <a:ext cx="81534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COMPUTER ORGANISATION</a:t>
            </a:r>
            <a:endParaRPr lang="en-US" altLang="en-US" sz="4000" b="1" u="sng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1066800" y="2667000"/>
            <a:ext cx="70866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2000" b="1" u="sng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075" name="Text Box 6"/>
          <p:cNvSpPr txBox="1">
            <a:spLocks noChangeArrowheads="1"/>
          </p:cNvSpPr>
          <p:nvPr/>
        </p:nvSpPr>
        <p:spPr bwMode="auto">
          <a:xfrm>
            <a:off x="838200" y="1828800"/>
            <a:ext cx="754380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Computer hardware functional units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Instruction execution steps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Computer types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Evolution of computers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 Software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7"/>
          <p:cNvSpPr txBox="1">
            <a:spLocks noChangeArrowheads="1"/>
          </p:cNvSpPr>
          <p:nvPr/>
        </p:nvSpPr>
        <p:spPr bwMode="auto">
          <a:xfrm>
            <a:off x="304800" y="1524000"/>
            <a:ext cx="88392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Performance &amp; Performance measurement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Pipelining &amp; superscalar operation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Multiprocessor and Multicomputers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RISC &amp; CISC 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Computer organization and computer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/>
          <p:cNvSpPr txBox="1">
            <a:spLocks noChangeArrowheads="1"/>
          </p:cNvSpPr>
          <p:nvPr/>
        </p:nvSpPr>
        <p:spPr bwMode="auto">
          <a:xfrm>
            <a:off x="3505200" y="1905000"/>
            <a:ext cx="947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RAM</a:t>
            </a:r>
          </a:p>
        </p:txBody>
      </p:sp>
      <p:sp>
        <p:nvSpPr>
          <p:cNvPr id="5123" name="Text Box 10"/>
          <p:cNvSpPr txBox="1">
            <a:spLocks noChangeArrowheads="1"/>
          </p:cNvSpPr>
          <p:nvPr/>
        </p:nvSpPr>
        <p:spPr bwMode="auto">
          <a:xfrm>
            <a:off x="4876800" y="1905000"/>
            <a:ext cx="874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ROM</a:t>
            </a:r>
          </a:p>
        </p:txBody>
      </p:sp>
      <p:sp>
        <p:nvSpPr>
          <p:cNvPr id="5124" name="Text Box 11"/>
          <p:cNvSpPr txBox="1">
            <a:spLocks noChangeArrowheads="1"/>
          </p:cNvSpPr>
          <p:nvPr/>
        </p:nvSpPr>
        <p:spPr bwMode="auto">
          <a:xfrm>
            <a:off x="2971800" y="2971800"/>
            <a:ext cx="3429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en-US" sz="900"/>
          </a:p>
          <a:p>
            <a:pPr algn="ctr">
              <a:spcBef>
                <a:spcPct val="50000"/>
              </a:spcBef>
            </a:pPr>
            <a:r>
              <a:rPr lang="en-US" altLang="en-US"/>
              <a:t>ALU + CU +REG</a:t>
            </a:r>
          </a:p>
          <a:p>
            <a:pPr algn="ctr">
              <a:spcBef>
                <a:spcPct val="50000"/>
              </a:spcBef>
            </a:pPr>
            <a:endParaRPr lang="en-US" altLang="en-US" sz="900"/>
          </a:p>
        </p:txBody>
      </p:sp>
      <p:sp>
        <p:nvSpPr>
          <p:cNvPr id="5125" name="AutoShape 12"/>
          <p:cNvSpPr>
            <a:spLocks noChangeArrowheads="1"/>
          </p:cNvSpPr>
          <p:nvPr/>
        </p:nvSpPr>
        <p:spPr bwMode="auto">
          <a:xfrm>
            <a:off x="6400800" y="3276600"/>
            <a:ext cx="874713" cy="322263"/>
          </a:xfrm>
          <a:prstGeom prst="rightArrow">
            <a:avLst>
              <a:gd name="adj1" fmla="val 50000"/>
              <a:gd name="adj2" fmla="val 6785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126" name="AutoShape 14"/>
          <p:cNvSpPr>
            <a:spLocks noChangeArrowheads="1"/>
          </p:cNvSpPr>
          <p:nvPr/>
        </p:nvSpPr>
        <p:spPr bwMode="auto">
          <a:xfrm>
            <a:off x="2057400" y="3276600"/>
            <a:ext cx="947738" cy="322263"/>
          </a:xfrm>
          <a:prstGeom prst="rightArrow">
            <a:avLst>
              <a:gd name="adj1" fmla="val 50000"/>
              <a:gd name="adj2" fmla="val 7352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127" name="Text Box 15"/>
          <p:cNvSpPr txBox="1">
            <a:spLocks noChangeArrowheads="1"/>
          </p:cNvSpPr>
          <p:nvPr/>
        </p:nvSpPr>
        <p:spPr bwMode="auto">
          <a:xfrm>
            <a:off x="457200" y="3200400"/>
            <a:ext cx="16049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/>
              <a:t>INPUT</a:t>
            </a:r>
          </a:p>
        </p:txBody>
      </p:sp>
      <p:sp>
        <p:nvSpPr>
          <p:cNvPr id="5128" name="Text Box 16"/>
          <p:cNvSpPr txBox="1">
            <a:spLocks noChangeArrowheads="1"/>
          </p:cNvSpPr>
          <p:nvPr/>
        </p:nvSpPr>
        <p:spPr bwMode="auto">
          <a:xfrm>
            <a:off x="7239000" y="3200400"/>
            <a:ext cx="16049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/>
              <a:t>OUT PUT</a:t>
            </a:r>
          </a:p>
        </p:txBody>
      </p:sp>
      <p:sp>
        <p:nvSpPr>
          <p:cNvPr id="5129" name="AutoShape 17"/>
          <p:cNvSpPr>
            <a:spLocks noChangeArrowheads="1"/>
          </p:cNvSpPr>
          <p:nvPr/>
        </p:nvSpPr>
        <p:spPr bwMode="auto">
          <a:xfrm>
            <a:off x="4495800" y="2362200"/>
            <a:ext cx="304800" cy="609600"/>
          </a:xfrm>
          <a:prstGeom prst="upDown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130" name="Text Box 18"/>
          <p:cNvSpPr txBox="1">
            <a:spLocks noChangeArrowheads="1"/>
          </p:cNvSpPr>
          <p:nvPr/>
        </p:nvSpPr>
        <p:spPr bwMode="auto">
          <a:xfrm>
            <a:off x="3429000" y="1905000"/>
            <a:ext cx="2438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131" name="Line 19"/>
          <p:cNvSpPr>
            <a:spLocks noChangeShapeType="1"/>
          </p:cNvSpPr>
          <p:nvPr/>
        </p:nvSpPr>
        <p:spPr bwMode="auto">
          <a:xfrm>
            <a:off x="4648200" y="190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Text Box 20"/>
          <p:cNvSpPr txBox="1">
            <a:spLocks noChangeArrowheads="1"/>
          </p:cNvSpPr>
          <p:nvPr/>
        </p:nvSpPr>
        <p:spPr bwMode="auto">
          <a:xfrm>
            <a:off x="533400" y="5029200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/>
              <a:t>BASIC BLOCK DIAGRAM OF COMPUTER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ChangeArrowheads="1"/>
          </p:cNvSpPr>
          <p:nvPr/>
        </p:nvSpPr>
        <p:spPr bwMode="auto">
          <a:xfrm>
            <a:off x="0" y="16002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FUNCTIONAL UNITS OF COMPUTER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1295400" y="2590800"/>
            <a:ext cx="66294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/>
              <a:t> </a:t>
            </a:r>
            <a:r>
              <a:rPr lang="en-US" altLang="en-US" sz="3200"/>
              <a:t>Input Unit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Output Unit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Central Processing Unit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Memory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/>
              <a:t>Bus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1066800" y="2667000"/>
            <a:ext cx="70866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4000" b="1" u="sng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228600" y="1663700"/>
            <a:ext cx="8447088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3200" b="1"/>
              <a:t>INPUT UNIT:</a:t>
            </a:r>
          </a:p>
          <a:p>
            <a:pPr algn="just"/>
            <a:r>
              <a:rPr lang="en-US" altLang="en-US"/>
              <a:t>Converts the external world data to a binary format, which can be understand by CPU</a:t>
            </a:r>
          </a:p>
          <a:p>
            <a:pPr algn="just"/>
            <a:r>
              <a:rPr lang="en-US" altLang="en-US"/>
              <a:t>Eg: Keyboard, Mouse, Joystick etc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 sz="3200" b="1"/>
              <a:t>OUTPUT UNIT</a:t>
            </a:r>
            <a:r>
              <a:rPr lang="en-US" altLang="en-US" sz="2800" b="1"/>
              <a:t>:</a:t>
            </a:r>
          </a:p>
          <a:p>
            <a:pPr algn="just"/>
            <a:endParaRPr lang="en-US" altLang="en-US" sz="1400"/>
          </a:p>
          <a:p>
            <a:pPr algn="just"/>
            <a:r>
              <a:rPr lang="en-US" altLang="en-US"/>
              <a:t>Converts the binary format data to a format that a common man can understand</a:t>
            </a:r>
          </a:p>
          <a:p>
            <a:pPr algn="just"/>
            <a:r>
              <a:rPr lang="en-US" altLang="en-US"/>
              <a:t>Eg: Monitor, Printer, LCD, LED etc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1066800" y="2667000"/>
            <a:ext cx="74676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endParaRPr lang="en-US" altLang="en-US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304800" y="1676400"/>
            <a:ext cx="838200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3200" b="1" u="sng"/>
              <a:t>CPU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/>
              <a:t>Responsible for carrying out computational task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/>
              <a:t>Contains ALU, CU, Registers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/>
              <a:t>ALU Performs Arithmetic and logical operations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/>
              <a:t>CU  Provides control signals in accordance with some timings which in turn controls the execution process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/>
              <a:t>Register Stores data and result and speeds up the operation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171</Words>
  <Application>Microsoft Office PowerPoint</Application>
  <PresentationFormat>On-screen Show (4:3)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rvce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RVCE</dc:creator>
  <cp:lastModifiedBy>core-i5</cp:lastModifiedBy>
  <cp:revision>56</cp:revision>
  <dcterms:created xsi:type="dcterms:W3CDTF">2007-02-22T08:51:46Z</dcterms:created>
  <dcterms:modified xsi:type="dcterms:W3CDTF">2016-10-28T06:29:00Z</dcterms:modified>
</cp:coreProperties>
</file>